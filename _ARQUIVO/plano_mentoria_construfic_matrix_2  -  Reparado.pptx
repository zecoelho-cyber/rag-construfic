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1BF07-127B-8343-8B0F-E0331EBD4E86}" v="3" dt="2026-03-04T16:34:20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03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011680" cy="32004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PLANO DE MENTORIA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+ Dashboard BI + Data Lake + Controle de Estoque Inteligente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Visitas Tecnicas de Benchmarking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Unicamp RetailGPT   |   Leroy Merlin LM Tech   |   Magazine Luiza Luizalabs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0"/>
          </a:xfrm>
          <a:prstGeom prst="rect">
            <a:avLst/>
          </a:prstGeom>
          <a:noFill/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ZTHUB — CTO Advisor  |  Preparado para: Antonio Figueiredo, CEO  |  Marco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Vamos Discutir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Reuniao — ~60 minutos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" cy="347472"/>
          </a:xfrm>
          <a:prstGeom prst="rect">
            <a:avLst/>
          </a:prstGeom>
          <a:solidFill>
            <a:srgbClr val="00FF41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 Atualizado: Dor #1 — Controle de Estoque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411480" cy="347472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162763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62763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Proposta: Tres Camadas de Valor + Novas Ferramentas de 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66544"/>
            <a:ext cx="411480" cy="347472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206654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06654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de Benchmarking (3 empresas)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411480" cy="347472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25054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50545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POC de 3 Meses (Semana a Semana)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44368"/>
            <a:ext cx="411480" cy="347472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57200" y="29443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29443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Go/No-Go: Criterios de Decisao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411480" cy="347472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3832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Producao (9 Meses)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822192"/>
            <a:ext cx="411480" cy="347472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38221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82219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Investimento, ROI e Fornecedores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61104"/>
            <a:ext cx="411480" cy="347472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7200" y="42611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426110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LGPD, Riscos e Proximos Passos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 Atual da Construfic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identificadas — Reuniao estrategica 02/03/2026 com CEO e Gerente Diogo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97480" cy="1691640"/>
          </a:xfrm>
          <a:prstGeom prst="rect">
            <a:avLst/>
          </a:prstGeom>
          <a:solidFill>
            <a:srgbClr val="0D1F0D"/>
          </a:solidFill>
          <a:ln w="12700">
            <a:solidFill>
              <a:srgbClr val="00FF41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344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PRIORIDADE #1: Estoque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7830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Disparidade cronica entre estoque fisico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sistema Santri. Impede analises de giro,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e tendencias de compra.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697480" cy="16916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3716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344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CEO Sem Visibilidade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37560" y="17830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dashboard nem indicadores.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baseadas em intuicao.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35040" y="1234440"/>
            <a:ext cx="2697480" cy="16916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3716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344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Vendedores Sem Respostas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72200" y="17830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tecnicas demoram ou ficam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resposta. Perda de vendas.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65760" y="3063240"/>
            <a:ext cx="2697480" cy="16916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2004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Espalhados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0292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Santri + planilhas + catalogos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fisicos. Nenhuma fonte unica.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200400" y="3063240"/>
            <a:ext cx="2697480" cy="16916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20040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4904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Quase Zero Canal Digital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333756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WhatsApp bot, sem e-commerce.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Concorrencia online avanca.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035040" y="3063240"/>
            <a:ext cx="2697480" cy="16916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20040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8368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Concorrencia Pesada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617220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Leroy Merlin e marketplaces com IA,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logistica e precos agressivos.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Solucao Proposta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a servico do negocio — atualizado com inputs da reuniao 02/03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07070"/>
                </a:solidFill>
              </a:rPr>
              <a:t>Qual a solucao sendo proposta para ser validada: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</a:rPr>
              <a:t>Um assistente inteligente que responde perguntas tecnicas sobre produtos, consultando o catalogo real da Construfic. Integrado ao WhatsApp com transcricao de audio — vendedor envia audio e recebe resposta instantanea sem manusear o ERP Santri.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</a:rPr>
              <a:t>Ao mesmo tempo, um Data Lake organiza todos os dados dispersos e alimenta um dashboard de indicadores com foco em CONTROLE DE ESTOQUE (prioridade #1 do CEO) — a primeira entrega tangivel do projeto.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</a:rPr>
              <a:t>Novidades da reuniao: </a:t>
            </a:r>
            <a:r>
              <a:rPr lang="en-US" sz="1000" dirty="0">
                <a:solidFill>
                  <a:srgbClr val="00FF41"/>
                </a:solidFill>
              </a:rPr>
              <a:t>visao computacional para estoque, cross-sell/up-sell obrigatorio (modelo McDonald's), IA visual para patologias (inspiracao Coral/Vedacit).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475488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6187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49240" y="11887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 RAG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49440" y="11887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+ LangChain + pgvector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846320" y="1737360"/>
            <a:ext cx="3931920" cy="475488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81051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7373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WhatsApp API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949440" y="17373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transcription + atendimento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846320" y="2286000"/>
            <a:ext cx="3931920" cy="475488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35915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22860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BI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94944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— estoque, faturamento, margens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846320" y="2834640"/>
            <a:ext cx="3931920" cy="475488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90779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834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Lake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949440" y="28346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— raw / processed / curated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846320" y="3383280"/>
            <a:ext cx="3931920" cy="475488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456432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33832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 Santri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949440" y="338328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pre-autorizada pelo CEO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4846320" y="3931920"/>
            <a:ext cx="3931920" cy="475488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4005072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49240" y="39319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Visao Computacional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6949440" y="39319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+ IA para validar baixas (futuro)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 Camadas de Valor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 Lake que alimenta o chatbot e o MESMO que alimenta o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291840"/>
          </a:xfrm>
          <a:prstGeom prst="rect">
            <a:avLst/>
          </a:prstGeom>
          <a:solidFill>
            <a:srgbClr val="111B11"/>
          </a:solidFill>
          <a:ln w="12700">
            <a:solidFill>
              <a:srgbClr val="00FF41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417320" y="1371600"/>
            <a:ext cx="594360" cy="594360"/>
          </a:xfrm>
          <a:prstGeom prst="line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BI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1463040" cy="27432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C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resolvida: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sem controle de estoque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visibilidade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estoque (fisico vs. sistema),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faturamento, ticket medio, margem por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categoria, giro de produtos.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743200" cy="32918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297680" y="1371600"/>
            <a:ext cx="594360" cy="594360"/>
          </a:xfrm>
          <a:prstGeom prst="line">
            <a:avLst/>
          </a:prstGeom>
          <a:solidFill>
            <a:srgbClr val="0D1A0D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29768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8328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 RAG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86200" y="2468880"/>
            <a:ext cx="1463040" cy="27432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88620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C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resolvida: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sem respostas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que consulta catalogo real.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 transcricao de audio.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Cross-sell/up-sell inteligente.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234440"/>
            <a:ext cx="2743200" cy="32918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7178040" y="1371600"/>
            <a:ext cx="594360" cy="594360"/>
          </a:xfrm>
          <a:prstGeom prst="line">
            <a:avLst/>
          </a:prstGeom>
          <a:solidFill>
            <a:srgbClr val="0D1A0D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17804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6364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 Conversacional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66560" y="2468880"/>
            <a:ext cx="1463040" cy="27432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C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resolvida: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364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Decisoes sem planilhas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pergunta em portugues: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'Como estao as vendas de cimento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ano passado?' e recebe resposta.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26</a:t>
            </a:r>
            <a:endParaRPr lang="en-US" sz="80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F5F399BC-2651-9EC0-1E8A-0EB122EA1B90}"/>
              </a:ext>
            </a:extLst>
          </p:cNvPr>
          <p:cNvSpPr/>
          <p:nvPr/>
        </p:nvSpPr>
        <p:spPr>
          <a:xfrm>
            <a:off x="1371600" y="13487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41"/>
                </a:solidFill>
                <a:latin typeface="Consolas" pitchFamily="34" charset="0"/>
                <a:cs typeface="Consolas" pitchFamily="34" charset="-120"/>
              </a:rPr>
              <a:t>1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 do Plano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divididos em 2 fases com gate de decisao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200400" cy="2286000"/>
          </a:xfrm>
          <a:prstGeom prst="rect">
            <a:avLst/>
          </a:prstGeom>
          <a:solidFill>
            <a:srgbClr val="111B11"/>
          </a:solidFill>
          <a:ln w="12700">
            <a:solidFill>
              <a:srgbClr val="00FF41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1 — POC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meses  |  108 horas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 + Visitas de Benchmarking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Construcao do MVP + Dashboard BI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+ Testes com usuarios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final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1920240"/>
            <a:ext cx="1463040" cy="1280160"/>
          </a:xfrm>
          <a:prstGeom prst="rect">
            <a:avLst/>
          </a:prstGeom>
          <a:solidFill>
            <a:srgbClr val="00FF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840480" y="192024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/ NO-GO
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Reuniao formal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4 horas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560320"/>
            <a:ext cx="27432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303520" y="2560320"/>
            <a:ext cx="274320" cy="0"/>
          </a:xfrm>
          <a:prstGeom prst="line">
            <a:avLst/>
          </a:prstGeom>
          <a:noFill/>
          <a:ln w="254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577840" y="1371600"/>
            <a:ext cx="3200400" cy="22860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577840" y="1417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2 — PRODUCAO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meses  |  324 horas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21945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producao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expandidos + WhatsApp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Otimizacao continua + Auditoria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conhecimento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VISITAS DE</a:t>
            </a:r>
            <a:endParaRPr lang="en-US" sz="4000" dirty="0"/>
          </a:p>
          <a:p>
            <a:pPr marL="0" indent="0">
              <a:buNone/>
            </a:pPr>
            <a:r>
              <a:rPr lang="en-US" sz="4000" b="1" kern="0" spc="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4572000" cy="0"/>
          </a:xfrm>
          <a:prstGeom prst="rect">
            <a:avLst/>
          </a:prstGeom>
          <a:noFill/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com quem ja fez antes de construir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 </a:t>
            </a: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RetailGPT  |  </a:t>
            </a:r>
            <a:r>
              <a:rPr lang="en-US" sz="12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Leroy Merlin </a:t>
            </a: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Tech  |  </a:t>
            </a:r>
            <a:r>
              <a:rPr lang="en-US" sz="12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Magazine Luiza </a:t>
            </a: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Luizalabs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Unicamp — RetailGPT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686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Campinas/SP  |  ~250km, ~3h  |  Custo est.: ~R$ 350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que visitar: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RAG open source para varejo. Paper publicado 2024.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academico: mais aberto a compartilhar detalhes tecnicos.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queremos aprender: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3258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chunking e escolha de embeddings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 guardrails para respostas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de avaliacao de qualidade do RAG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de parceria academica / estagiarios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3200400"/>
            <a:ext cx="8412480" cy="914400"/>
          </a:xfrm>
          <a:prstGeom prst="rect">
            <a:avLst/>
          </a:prstGeom>
          <a:solidFill>
            <a:srgbClr val="0D1F0D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7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32461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Insight-chave: </a:t>
            </a: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 projeto academico de RAG para varejo no Brasil. Dados publicados — podemos comparar nossos resultados.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Leroy Merlin — LM Tech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686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Paulo/SP  |  ~300km, ~3.5h  |  Custo est.: ~R$ 380-480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que visitar: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segmento (materiais de construcao). Concierge de Vendas com IA: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de conversao. Caso mais proximo do nosso.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queremos aprender: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3258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Concierge de Vendas funciona na pratica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Adocao operacional: resistencia de vendedores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centralizado FALHOU inicialmente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cross-sell/up-sell (boi de piranha)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3200400"/>
            <a:ext cx="8412480" cy="914400"/>
          </a:xfrm>
          <a:prstGeom prst="rect">
            <a:avLst/>
          </a:prstGeom>
          <a:solidFill>
            <a:srgbClr val="0D1F0D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7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32461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Insight-chave: </a:t>
            </a: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centralizado falhou. Tiveram que especializar por departamento. Aprendizado crucial para a Construfic.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Magazine Luiza — Luizalabs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686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Franca/SP  |  ~350km, ~4h  |  Custo est.: ~R$ 400-470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que visitar: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caso brasileiro de IA no varejo. Lu com 'cerebro de IA'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Vertex AI. ~25M interacoes/ano no WhatsApp.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queremos aprender: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3258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WhatsApp + IA em escala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por mensagem e APIs escolhidas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traduzir tecnologia enterprise para PME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escala progressiva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3200400"/>
            <a:ext cx="8412480" cy="914400"/>
          </a:xfrm>
          <a:prstGeom prst="rect">
            <a:avLst/>
          </a:prstGeom>
          <a:solidFill>
            <a:srgbClr val="0D1F0D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7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32461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Insight-chave: </a:t>
            </a: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Magazine Luiza gasta milhoes, precisamos entender qual fracao do modelo se aplica a uma loja de MatCon.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Investimento em Visitas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inferior a 3% do investimento anual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7772400" cy="1203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Est.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Unicamp RetailGPT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Campinas/SP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Leroy Merlin LM Tech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Sao Paulo/SP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R$ 380-480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Magazine Luiza Luizalabs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Franca/SP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~350km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R$ 400-470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R$ 1.130-1.300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474720"/>
            <a:ext cx="2697480" cy="9144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65760" y="3474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3%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3931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investimento anual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3474720"/>
            <a:ext cx="2697480" cy="9144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9"/>
          <p:cNvSpPr/>
          <p:nvPr/>
        </p:nvSpPr>
        <p:spPr>
          <a:xfrm>
            <a:off x="3200400" y="3474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24h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200400" y="3931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visitas tecnicas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3474720"/>
            <a:ext cx="2697480" cy="9144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035040" y="3474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3x8h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035040" y="3931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inteiros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1 — Mes 1: Diagnostico + Visitas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1-4  |  Imersao + Duas primeiras visitas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Kick-off + Imersao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Reuniao inaugural, imersao na loja com Diogo (gerente),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dados e processos no Santri, entrevistas iniciais.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51460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51460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1a Visita: Unicamp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ao RetailGPT em Campinas. Validar arquitetura RAG,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chunking, metricas de avaliacao.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66344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Levantamento + 2a Visita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tecnico completo do Santri. 2a visita: Leroy Merlin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Concierge de Vendas, adocao operacional, licoes.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81228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81228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Coleta de Dados + MVP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catalogo de produtos. Definir arquitetura MVP.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 pipeline de dados com API do Santri.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0D1F0D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Entregaveis: </a:t>
            </a: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diagnostico | Relatorios de 2 visitas | Arquitetura MVP | Catalogo mapeado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1 — Mes 2: Dashboard Quick Win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5-8  |  A primeira entrega tangivel — foco em estoque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Infraestrutura de Dados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 Data Lake (S3) + pipeline ETL do Santri via API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pre-autorizada. Camadas raw / processed / curated.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51460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51460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3a Visita: Magazine Luiza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ao Luizalabs em Franca. WhatsApp + IA em escala,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custos, simplificacao para PME.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2011680" cy="2468880"/>
          </a:xfrm>
          <a:prstGeom prst="rect">
            <a:avLst/>
          </a:prstGeom>
          <a:solidFill>
            <a:srgbClr val="0D1F0D"/>
          </a:solidFill>
          <a:ln w="12700">
            <a:solidFill>
              <a:srgbClr val="00FF41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2011680" cy="320040"/>
          </a:xfrm>
          <a:prstGeom prst="rect">
            <a:avLst/>
          </a:prstGeom>
          <a:solidFill>
            <a:srgbClr val="00FF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66344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+ Chatbot v1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DO DASHBOARD ao CEO. Prioridade #1: controle 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(fisico vs. sistema). + RAG v1 com LangChain.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81228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81228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Testes com Usuarios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testam chatbot com produtos reais. WhatsApp com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transcricao de audio. Coleta de feedback.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0D1F0D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Entregaveis: </a:t>
            </a: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Metabase | Relatorio 3a visita | Chatbot v1 | Data Lake operacional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1 — Mes 3: Piloto + Go/No-Go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9-12  |  Metricas reais e decisao formal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Expansao do Chatbot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base para 100+ produtos. Modelo cross-sell/up-sell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obrigatorio (inspiracao McDonald's/Leroy). Estoque em tempo real.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51460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51460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Piloto com Metricas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formal: vendedores usando diariamente.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metricas (acuracia, adocao, tempo, CSAT).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2011680" cy="24688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2011680" cy="320040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66344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Expandido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indicadores ao dashboard. Consolidar relatorio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metricas, custos, comparativo com benchmarks.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2011680" cy="2468880"/>
          </a:xfrm>
          <a:prstGeom prst="rect">
            <a:avLst/>
          </a:prstGeom>
          <a:solidFill>
            <a:srgbClr val="0D1F0D"/>
          </a:solidFill>
          <a:ln w="12700">
            <a:solidFill>
              <a:srgbClr val="00FF41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812280" y="1234440"/>
            <a:ext cx="2011680" cy="320040"/>
          </a:xfrm>
          <a:prstGeom prst="rect">
            <a:avLst/>
          </a:prstGeom>
          <a:solidFill>
            <a:srgbClr val="00FF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812280" y="1234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1234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REUNIAO GO/NO-GO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164592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 formal de 4h. CEO testa pessoalmente.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de metricas. Decisao: GO / PIVOT / STOP.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0D1F0D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Entregaveis: </a:t>
            </a: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v2 | Relatorio metricas | Dashboard expandido | Relatorio final | Ata Go/No-Go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Go/No-Go: A Decisao E Sua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Reuniao formal de 4 horas — Semana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017520"/>
          </a:xfrm>
          <a:prstGeom prst="rect">
            <a:avLst/>
          </a:prstGeom>
          <a:solidFill>
            <a:srgbClr val="0D2B0D"/>
          </a:solidFill>
          <a:ln w="12700">
            <a:solidFill>
              <a:srgbClr val="00FF41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2194560" cy="0"/>
          </a:xfrm>
          <a:prstGeom prst="line">
            <a:avLst/>
          </a:prstGeom>
          <a:noFill/>
          <a:ln w="635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criterios verdes.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positivas. Equipe engajada.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ve valor claro.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Acao: Iniciar Fase 2 — Producao.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fornecedor de implementacao.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743200" cy="3017520"/>
          </a:xfrm>
          <a:prstGeom prst="rect">
            <a:avLst/>
          </a:prstGeom>
          <a:solidFill>
            <a:srgbClr val="2B2B0D"/>
          </a:solidFill>
          <a:ln w="12700">
            <a:solidFill>
              <a:srgbClr val="FFD7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46120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520440" y="1874520"/>
            <a:ext cx="2194560" cy="0"/>
          </a:xfrm>
          <a:prstGeom prst="line">
            <a:avLst/>
          </a:prstGeom>
          <a:noFill/>
          <a:ln w="6350">
            <a:solidFill>
              <a:srgbClr val="FFD70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mistas. Potencial,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ajustes necessarios.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 POC 4-6 semanas.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31089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Acao: Reduzir escopo, trocar tech,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simplificar. Retestar antes de avancar.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743200" cy="3017520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00800" y="1874520"/>
            <a:ext cx="2194560" cy="0"/>
          </a:xfrm>
          <a:prstGeom prst="line">
            <a:avLst/>
          </a:prstGeom>
          <a:noFill/>
          <a:ln w="6350">
            <a:solidFill>
              <a:srgbClr val="FF4444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263640" y="1965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abaixo do aceitavel.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 investimento NAO e perdido.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31089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fica com: dados organizados,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BI, documentacao, relatorios.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Criterios Quantitativos do Go/No-Go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metricas com limiares claros — sem subjetividade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7772400" cy="1935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Criterio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PIVOT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Peso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0B0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Acuracia RAG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60-80%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&lt;60%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0B0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Adocao da equipe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 vend./dia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0B0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Tempo de resposta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10-30s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&gt;30s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0B0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 infra/mes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&lt;R$ 2.000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R$ 2-3K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&gt;R$ 3.000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0B0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Percepcao do CEO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Aplicacao clara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parcial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valor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0B0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Cobertura de dados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 prod.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0B0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CSAT chatbot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&gt;=4.5/5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3.5-4.4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0B0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Taxa de fallback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20-40%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&gt;40%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7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Mesmo se STOP — O Que Voce Fica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investimento na Fase 1 NUNCA e perdido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97480" cy="1554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Organizados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7830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estruturado com dados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Santri em 3 camadas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697480" cy="1554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3716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BI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17830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funcionando com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reais do negocio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35040" y="1234440"/>
            <a:ext cx="2697480" cy="1554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3716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Documentacao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72200" y="17830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mapeado, arquitetura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definida, fornecedores cotados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65760" y="2971800"/>
            <a:ext cx="2697480" cy="1554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1089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Relatorios de Visitas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02920" y="35204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relatorios detalhados 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com licoes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200400" y="2971800"/>
            <a:ext cx="2697480" cy="1554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1089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4904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Scorecard Digital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3337560" y="35204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Avaliacao de maturidade digital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empresa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035040" y="2971800"/>
            <a:ext cx="2697480" cy="1554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10896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8368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Entrevistas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172200" y="35204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perguntas aplicadas: CEO,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Diogo, Operacao, Vendedores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2 — Producao (9 Meses)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a decisao GO na Semana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27432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(M4-M6)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producao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WhatsApp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expandido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Contratacao de fornecedor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743200" cy="27432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461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(M7-M9)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Otimizacao continua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Conversacional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qualidade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inteligente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743200" cy="27432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2648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(M10-M12)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Consolidacao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conhecimento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operacional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anual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solidFill>
            <a:srgbClr val="0D1F0D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Fase 2: 324h  |  9 meses  |  Investimento: ~R$ 37.830 (mentoria) + custos de implementacao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Mapeamento de Fornecedores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perfis para escolha — identificados durante a Fase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2004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Freelancer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R$ 80-150/h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Vantagens: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mais baixo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de horario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direto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Riscos: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unico de falha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backup em ferias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1234440"/>
            <a:ext cx="2743200" cy="32004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2461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Micro-Agencia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R$ 150-250/h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Vantagens: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2240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multi-disciplinar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end-to-end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formal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83280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Riscos: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mais alto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Possivel rotacao de equipe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743200" cy="32004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  <a:effectLst>
            <a:outerShdw blurRad="76200" dist="254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2648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Plataforma SaaS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R$ 500-2.000/mes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Vantagens: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63640" y="2240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mais rapido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incluida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tecnico 24/7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63640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88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Riscos: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6364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customizacao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Case e ROI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total vs. retorno estimado em 3 cenarios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766810"/>
              </p:ext>
            </p:extLst>
          </p:nvPr>
        </p:nvGraphicFramePr>
        <p:xfrm>
          <a:off x="365760" y="1188720"/>
          <a:ext cx="832104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Mentoria (12m)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R$ 52.380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R$ 52.380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R$ 52.380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cloud (12m)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R$ 18.000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R$ 12.000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R$ 6.000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LLM (12m)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R$ 3.600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R$ 2.400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R$ 1.200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Fornecedor (Fase 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R$ 48.000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R$ 30.000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R$ 15.000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R$ 123.280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R$ 97.980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R$ 75.710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657600"/>
            <a:ext cx="8412480" cy="640080"/>
          </a:xfrm>
          <a:prstGeom prst="rect">
            <a:avLst/>
          </a:prstGeom>
          <a:solidFill>
            <a:srgbClr val="0D1F0D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estimado: </a:t>
            </a: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 base: 8-14 meses  |  Infra mensal prevista: R$ 1.500-2.000  |  Valores calibrados com dados reais na Fase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IMPORTANTE: BREAK EVEN/ROI INFERIDOS COM BASE NA LITERATURA E CASOS ANALISADOS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Analise Competitiva: TOTVS e Mercado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Construfic usa Santri — analisamos TOTVS como referencia competitiva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7772400" cy="1082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Solucao TOTVS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Relacao com o POC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TOTVS Carol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no ERP: previsao demanda, ruptura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Complementar (ML classico)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Commerce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Loja WhatsApp com 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proximo, mas diferente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TOTVS Copilot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 gen AI no ERP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operador, nao cliente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TaaS (fev/2026)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IA (anunciado)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707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Futuro — indisponivel hoje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017520"/>
            <a:ext cx="8412480" cy="1371600"/>
          </a:xfrm>
          <a:prstGeom prst="rect">
            <a:avLst/>
          </a:prstGeom>
          <a:solidFill>
            <a:srgbClr val="0D1F0D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LACUNA: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solucao TOTVS (nem qualquer outra do mercado) oferece hoje um assistente conversacional com IA generativa, alimentado por RAG sobre o catalogo ESPECIFICO da Construfic, acessivel via WhatsApp com transcricao de audio, capaz de responder perguntas tecnicas sobre materiais de construcao e sugerir cross-sell/up-sell inteligente.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Comparativo Tecnologico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Comecar com GPT-4o-mini, testar alternativas durante o POC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321040" cy="1295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Flash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 input/1M tokens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$0.10-0.30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 output/1M tokens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$0.40-2.50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PT-BR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boa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Ecossistema RAG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90%+ tutoriais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Crescendo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$0.02/1M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$0.02/1M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200400"/>
            <a:ext cx="8412480" cy="914400"/>
          </a:xfrm>
          <a:prstGeom prst="rect">
            <a:avLst/>
          </a:prstGeom>
          <a:solidFill>
            <a:srgbClr val="0D1F0D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375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20040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Recomendacao: </a:t>
            </a: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com GPT-4o-mini (maxima documentacao, menor risco). Testar Gemini como alternativa durante o POC. Decidir com dados reais para a Fase 2.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LGPD e Protecao de Dados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 clientes exige framework de consentimento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14800" cy="13716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71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Consentimento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17373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explicito antes de coletar dados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WhatsApp. Registro com timestamp.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114800" cy="13716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Anonimizacao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57800" y="17373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treinamento do RAG sem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informacoes pessoais. PII removido.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65760" y="2788920"/>
            <a:ext cx="4114800" cy="13716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Retencao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60120" y="32918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conversa por 6 meses.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produto permanentes.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63440" y="2788920"/>
            <a:ext cx="4114800" cy="13716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926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5780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Direitos LGPD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257800" y="32918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Portabilidade, exclusao e acesso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garantidos. Processo definido.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solidFill>
            <a:srgbClr val="2B2B0D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proprietarios da Construfic NAO serao expostos em modelos de IA publicos — conforme definido na reuniao de 02/03.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Riscos e Mitigacoes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 identificados e plano de contingencia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7772400" cy="15087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adocao da equipe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Envolver vendedores desde Mes 1. Treinamento hands-on.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do Santri incompletos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 de dados na S1. Complementar com catalogos.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Acuracia RAG insuficiente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em visitas. Teste A/B. Fallback humano.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infra acima do previsto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Monitoramento diario. Limites de API. Swap modelo menor.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visitada cancela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2a opcao para cada visita. Leroy: loja Sorocaba.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lanca solucao similar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F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Construfic ja tera 12m de vantagem. Versao generica.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B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Proximos Passos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00FF4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Acoes imediatas definidas na reuniao de 02/03/2026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11480" cy="347472"/>
          </a:xfrm>
          <a:prstGeom prst="rect">
            <a:avLst/>
          </a:prstGeom>
          <a:solidFill>
            <a:srgbClr val="00FF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Mentoria aprovado (reuniao 02/03)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1430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0" y="1143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Concluido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411480" cy="347472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5760" y="15727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15727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Reuniao tecnica com equipe de TI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572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Consultor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1572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03/03 as 09:30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002536"/>
            <a:ext cx="411480" cy="347472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" y="200253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0025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catalogos e manuais tecnicos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0025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loja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20025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 1-2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432304"/>
            <a:ext cx="411480" cy="347472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65760" y="24323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24323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visitas benchmarking (Sorocaba/Campinas)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4323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24323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 2-3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862072"/>
            <a:ext cx="411480" cy="347472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65760" y="286207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28620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acesso API do banco Santri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28620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TI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2862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291840"/>
            <a:ext cx="411480" cy="347472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65760" y="32918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3291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entrevistas: CEO, Diogo, vendedores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3291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3291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Semanas 1-2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721608"/>
            <a:ext cx="411480" cy="347472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65760" y="372160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" y="37216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catalogos digitais de fornecedores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37216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loja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3721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Semanas 2-3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151376"/>
            <a:ext cx="411480" cy="347472"/>
          </a:xfrm>
          <a:prstGeom prst="rect">
            <a:avLst/>
          </a:prstGeom>
          <a:solidFill>
            <a:srgbClr val="003B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365760" y="415137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8680" y="41513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Assinar NDA com empresas das visitas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20640" y="41513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Consultor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41513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 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Construfic Materiais de Construcao — Plano de Mentoria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Obrigado.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57600" cy="0"/>
          </a:xfrm>
          <a:prstGeom prst="rect">
            <a:avLst/>
          </a:prstGeom>
          <a:noFill/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Transformacao digital comeca com uma decisao.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decisao mais importante e aprender antes de construir.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 w="6350">
            <a:solidFill>
              <a:srgbClr val="003B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ZTHUB — ZECOELHO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Contato: ze@zecoelho.com.br / 14 99877 3344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Marco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2877</Words>
  <Application>Microsoft Macintosh PowerPoint</Application>
  <PresentationFormat>Apresentação na tela (16:9)</PresentationFormat>
  <Paragraphs>626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Mentoria - Construfic - Matrix Edition</dc:title>
  <dc:subject>PptxGenJS Presentation</dc:subject>
  <dc:creator>ZTHUB - Ze Coelho</dc:creator>
  <cp:lastModifiedBy>Jose Fernando Rocha Coelho</cp:lastModifiedBy>
  <cp:revision>2</cp:revision>
  <dcterms:created xsi:type="dcterms:W3CDTF">2026-03-02T21:33:15Z</dcterms:created>
  <dcterms:modified xsi:type="dcterms:W3CDTF">2026-03-04T16:34:51Z</dcterms:modified>
</cp:coreProperties>
</file>